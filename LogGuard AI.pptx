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7" d="100"/>
          <a:sy n="117" d="100"/>
        </p:scale>
        <p:origin x="-1234" y="-1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978372"/>
            <a:ext cx="2685157" cy="285750"/>
          </a:xfrm>
          <a:prstGeom prst="roundRect">
            <a:avLst>
              <a:gd name="adj" fmla="val 50000"/>
            </a:avLst>
          </a:prstGeom>
          <a:solidFill>
            <a:srgbClr val="0E192C"/>
          </a:solidFill>
          <a:ln w="9525">
            <a:solidFill>
              <a:srgbClr val="18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4365277"/>
            <a:ext cx="3076575" cy="514350"/>
          </a:xfrm>
          <a:prstGeom prst="roundRect">
            <a:avLst>
              <a:gd name="adj" fmla="val 22222"/>
            </a:avLst>
          </a:prstGeom>
          <a:solidFill>
            <a:srgbClr val="10141D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054572"/>
            <a:ext cx="133350" cy="133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4536727"/>
            <a:ext cx="17145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492722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LogGuard AI: Intelligent Log Monitoring &amp; Root Cause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784252"/>
            <a:ext cx="177029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0" i="0" u="none" dirty="0">
                <a:solidFill>
                  <a:srgbClr val="94A3B8"/>
                </a:solidFill>
                <a:latin typeface="Plus Jakarta Sans"/>
              </a:rPr>
              <a:t>Kodali 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Suchitra Kamala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475" y="2045047"/>
            <a:ext cx="1495602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B82F6"/>
                </a:solidFill>
                <a:latin typeface="Plus Jakarta Sans"/>
              </a:rPr>
              <a:t>50-DAY P</a:t>
            </a:r>
            <a:r>
              <a:rPr lang="en-US" sz="975" b="1" i="0" u="none" dirty="0">
                <a:solidFill>
                  <a:srgbClr val="3B82F6"/>
                </a:solidFill>
                <a:latin typeface="Plus Jakarta Sans"/>
              </a:rPr>
              <a:t>ROJECT</a:t>
            </a:r>
            <a:r>
              <a:rPr sz="975" b="1" i="0" u="none" dirty="0">
                <a:solidFill>
                  <a:srgbClr val="3B82F6"/>
                </a:solidFill>
                <a:latin typeface="Plus Jakarta Sans"/>
              </a:rPr>
              <a:t>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5875" y="4527202"/>
            <a:ext cx="289321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JetBrains Mono"/>
              </a:rPr>
              <a:t>LIVE: logguardai.vercel.app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09850"/>
            <a:ext cx="340355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609850"/>
            <a:ext cx="340355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609850"/>
            <a:ext cx="340355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96227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575" y="296227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725" y="29622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309562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9925" y="3095625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2075" y="3095625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F4444"/>
                </a:solidFill>
                <a:latin typeface="Plus Jakarta Sans"/>
              </a:rPr>
              <a:t>CURRENT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The Production Debugging 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609975"/>
            <a:ext cx="354204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Massive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3943350"/>
            <a:ext cx="279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Thousands of raw logs generated daily without unified triage.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6575" y="3609975"/>
            <a:ext cx="354204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Manual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6575" y="3943350"/>
            <a:ext cx="279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Manual debugging taking 5+ hours per critical incident.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8725" y="3609975"/>
            <a:ext cx="354204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Zero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8725" y="3943350"/>
            <a:ext cx="279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No real-time alerts or secure tenant data isolation.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95587"/>
            <a:ext cx="2495550" cy="177165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86150" y="2695575"/>
            <a:ext cx="2495550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695575"/>
            <a:ext cx="2495550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34450" y="2695575"/>
            <a:ext cx="2495550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B82F6"/>
                </a:solidFill>
                <a:latin typeface="Plus Jakarta Sans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Intelligent, Automated Observability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109912"/>
            <a:ext cx="233362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B82F6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557587"/>
            <a:ext cx="24503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Real-Time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852862"/>
            <a:ext cx="1962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Instant log file upload and structured parsing pipeline.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0475" y="3009900"/>
            <a:ext cx="233362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B82F6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0475" y="3457575"/>
            <a:ext cx="24503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AI Root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0475" y="3752850"/>
            <a:ext cx="19621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Advanced AI analysis engine delivering 92% confidence markers.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009900"/>
            <a:ext cx="233362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B82F6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457575"/>
            <a:ext cx="24503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Proactive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752850"/>
            <a:ext cx="19621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Instant email notifications and real-time dashboard alerts.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8775" y="3009900"/>
            <a:ext cx="233362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B82F6"/>
                </a:solidFill>
                <a:latin typeface="Plus Jakarta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457575"/>
            <a:ext cx="24503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Strict Isolation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3752850"/>
            <a:ext cx="19621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100% user-isolated multi-tenant security enforcement.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767780"/>
            <a:ext cx="5181600" cy="1682055"/>
          </a:xfrm>
          <a:prstGeom prst="roundRect">
            <a:avLst>
              <a:gd name="adj" fmla="val 9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767780"/>
            <a:ext cx="5181600" cy="1682055"/>
          </a:xfrm>
          <a:prstGeom prst="roundRect">
            <a:avLst>
              <a:gd name="adj" fmla="val 9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950791"/>
            <a:ext cx="5181600" cy="1682055"/>
          </a:xfrm>
          <a:prstGeom prst="roundRect">
            <a:avLst>
              <a:gd name="adj" fmla="val 9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3950791"/>
            <a:ext cx="5181600" cy="1682055"/>
          </a:xfrm>
          <a:prstGeom prst="roundRect">
            <a:avLst>
              <a:gd name="adj" fmla="val 9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144017"/>
            <a:ext cx="2381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2144017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25" y="4327028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4327028"/>
            <a:ext cx="23812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366F1"/>
                </a:solidFill>
                <a:latin typeface="Plus Jakarta Sans"/>
              </a:rPr>
              <a:t>ARCHITECTURE &amp;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Modern Polyglot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2548830"/>
            <a:ext cx="4572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200" b="0" i="0" u="none">
                <a:solidFill>
                  <a:srgbClr val="475569"/>
                </a:solidFill>
                <a:latin typeface="JetBrains Mono"/>
              </a:rPr>
              <a:t>React, Vite, Tailwind CSS, Recharts, Socket.io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2548830"/>
            <a:ext cx="4572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200" b="0" i="0" u="none">
                <a:solidFill>
                  <a:srgbClr val="475569"/>
                </a:solidFill>
                <a:latin typeface="JetBrains Mono"/>
              </a:rPr>
              <a:t>Node.js, Express, MongoDB Atlas, JWT Auth, Multer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731841"/>
            <a:ext cx="4572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200" b="0" i="0" u="none">
                <a:solidFill>
                  <a:srgbClr val="475569"/>
                </a:solidFill>
                <a:latin typeface="JetBrains Mono"/>
              </a:rPr>
              <a:t>Spring Boot, AI Log Analysis Pipeline, REST Controllers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825" y="4731841"/>
            <a:ext cx="4572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200" b="0" i="0" u="none">
                <a:solidFill>
                  <a:srgbClr val="475569"/>
                </a:solidFill>
                <a:latin typeface="JetBrains Mono"/>
              </a:rPr>
              <a:t>Vercel (Frontend &amp; MERN API) + Render (Java API)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6850" y="2120205"/>
            <a:ext cx="182522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Frontend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5625" y="2120205"/>
            <a:ext cx="232529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MERN Backend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9225" y="4303216"/>
            <a:ext cx="171271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Java AI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0" y="4303216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Deployment &amp; Hosting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19362"/>
            <a:ext cx="10668000" cy="2857500"/>
          </a:xfrm>
          <a:prstGeom prst="roundRect">
            <a:avLst>
              <a:gd name="adj" fmla="val 5333"/>
            </a:avLst>
          </a:prstGeom>
          <a:solidFill>
            <a:srgbClr val="161E30"/>
          </a:solidFill>
          <a:ln w="9525">
            <a:solidFill>
              <a:srgbClr val="22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228725" y="2986087"/>
            <a:ext cx="2876550" cy="809625"/>
          </a:xfrm>
          <a:prstGeom prst="roundRect">
            <a:avLst>
              <a:gd name="adj" fmla="val 141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57725" y="2986087"/>
            <a:ext cx="2876550" cy="809625"/>
          </a:xfrm>
          <a:prstGeom prst="roundRect">
            <a:avLst>
              <a:gd name="adj" fmla="val 141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86725" y="2986087"/>
            <a:ext cx="2876550" cy="809625"/>
          </a:xfrm>
          <a:prstGeom prst="roundRect">
            <a:avLst>
              <a:gd name="adj" fmla="val 141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228725" y="4100512"/>
            <a:ext cx="2876550" cy="809625"/>
          </a:xfrm>
          <a:prstGeom prst="roundRect">
            <a:avLst>
              <a:gd name="adj" fmla="val 141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57725" y="4100512"/>
            <a:ext cx="2876550" cy="809625"/>
          </a:xfrm>
          <a:prstGeom prst="roundRect">
            <a:avLst>
              <a:gd name="adj" fmla="val 141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86725" y="4100512"/>
            <a:ext cx="2876550" cy="809625"/>
          </a:xfrm>
          <a:prstGeom prst="roundRect">
            <a:avLst>
              <a:gd name="adj" fmla="val 141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775" y="3295650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775" y="3295650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775" y="4410075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775" y="4410075"/>
            <a:ext cx="17145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1481137"/>
            <a:ext cx="11430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SYSTEM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1709737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Architecture Data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4437" y="3186112"/>
            <a:ext cx="2905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4437" y="3395662"/>
            <a:ext cx="2905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Plus Jakarta Sans"/>
              </a:rPr>
              <a:t>User /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437" y="3186112"/>
            <a:ext cx="2905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3437" y="3395662"/>
            <a:ext cx="2905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Plus Jakarta Sans"/>
              </a:rPr>
              <a:t>Vercel React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2437" y="3186112"/>
            <a:ext cx="2905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API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2437" y="3395662"/>
            <a:ext cx="2905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Plus Jakarta Sans"/>
              </a:rPr>
              <a:t>MERN Node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4437" y="4300537"/>
            <a:ext cx="2905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0B981"/>
                </a:solidFill>
                <a:latin typeface="Plus Jakarta Sans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4437" y="4510087"/>
            <a:ext cx="2905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Plus Jakarta Sans"/>
              </a:rPr>
              <a:t>MongoDB Atlas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437" y="4300537"/>
            <a:ext cx="2905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59E0B"/>
                </a:solidFill>
                <a:latin typeface="Plus Jakarta Sans"/>
              </a:rPr>
              <a:t>AI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3437" y="4510087"/>
            <a:ext cx="2905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Plus Jakarta Sans"/>
              </a:rPr>
              <a:t>Spring Boot Java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2437" y="4300537"/>
            <a:ext cx="2905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EC4899"/>
                </a:solidFill>
                <a:latin typeface="Plus Jakarta Sans"/>
              </a:rPr>
              <a:t>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2437" y="4510087"/>
            <a:ext cx="2905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Plus Jakarta Sans"/>
              </a:rPr>
              <a:t>Email &amp; Socket.io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009775"/>
            <a:ext cx="10668000" cy="100012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200400"/>
            <a:ext cx="10668000" cy="100012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391025"/>
            <a:ext cx="10668000" cy="100012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334625" y="2376487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E7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4625" y="3567112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E7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334625" y="4757737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E7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319337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3509962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25" y="4700587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2424112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3614737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4805362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PRODUCTION DEPLOYMENTS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Live Production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7975" y="2433637"/>
            <a:ext cx="571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ONLINE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7975" y="3624262"/>
            <a:ext cx="571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ONLINE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7975" y="4814887"/>
            <a:ext cx="571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ONLINE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7825" y="2286000"/>
            <a:ext cx="326290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Frontend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7825" y="2543175"/>
            <a:ext cx="3107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B82F6"/>
                </a:solidFill>
                <a:latin typeface="JetBrains Mono"/>
              </a:rPr>
              <a:t>https://logguardai.vercel.app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7825" y="3476625"/>
            <a:ext cx="4500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MERN API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7825" y="3733800"/>
            <a:ext cx="4286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B82F6"/>
                </a:solidFill>
                <a:latin typeface="JetBrains Mono"/>
              </a:rPr>
              <a:t>https://logguard-mern-api.vercel.app/api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7825" y="4667250"/>
            <a:ext cx="461307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Java AI Engine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7825" y="4924425"/>
            <a:ext cx="43934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B82F6"/>
                </a:solidFill>
                <a:latin typeface="JetBrains Mono"/>
              </a:rPr>
              <a:t>https://logguard-backend.onrender.com/api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28925"/>
            <a:ext cx="2495550" cy="1704975"/>
          </a:xfrm>
          <a:prstGeom prst="roundRect">
            <a:avLst>
              <a:gd name="adj" fmla="val 89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86150" y="2828925"/>
            <a:ext cx="2495550" cy="1704975"/>
          </a:xfrm>
          <a:prstGeom prst="roundRect">
            <a:avLst>
              <a:gd name="adj" fmla="val 89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828925"/>
            <a:ext cx="2495550" cy="1704975"/>
          </a:xfrm>
          <a:prstGeom prst="roundRect">
            <a:avLst>
              <a:gd name="adj" fmla="val 89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34450" y="2828925"/>
            <a:ext cx="2495550" cy="1704975"/>
          </a:xfrm>
          <a:prstGeom prst="roundRect">
            <a:avLst>
              <a:gd name="adj" fmla="val 89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475" y="3143250"/>
            <a:ext cx="1714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14325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775" y="3143250"/>
            <a:ext cx="1714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366F1"/>
                </a:solidFill>
                <a:latin typeface="Plus Jakarta Sans"/>
              </a:rPr>
              <a:t>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Comprehensive Feature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343275"/>
            <a:ext cx="24503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JWT Auth &amp;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638550"/>
            <a:ext cx="1962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Protected routes with security validation passing.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0475" y="3524250"/>
            <a:ext cx="24503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20MB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0475" y="3819525"/>
            <a:ext cx="1962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Support for large JSON and text log files.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524250"/>
            <a:ext cx="24503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Advanced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819525"/>
            <a:ext cx="1962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Metrics, critical counts, and 7-day trend charts.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8775" y="3524250"/>
            <a:ext cx="24503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Fully Responsive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819525"/>
            <a:ext cx="1962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100% mobile responsive interface 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609600"/>
            <a:ext cx="2970014" cy="285750"/>
          </a:xfrm>
          <a:prstGeom prst="roundRect">
            <a:avLst>
              <a:gd name="adj" fmla="val 50000"/>
            </a:avLst>
          </a:prstGeom>
          <a:solidFill>
            <a:srgbClr val="FDE1E1"/>
          </a:solidFill>
          <a:ln w="9525">
            <a:solidFill>
              <a:srgbClr val="FA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728019"/>
            <a:ext cx="5181600" cy="2154435"/>
          </a:xfrm>
          <a:prstGeom prst="roundRect">
            <a:avLst>
              <a:gd name="adj" fmla="val 7073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728019"/>
            <a:ext cx="5181600" cy="2154435"/>
          </a:xfrm>
          <a:prstGeom prst="roundRect">
            <a:avLst>
              <a:gd name="adj" fmla="val 7073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76325" y="3771900"/>
            <a:ext cx="4552950" cy="552450"/>
          </a:xfrm>
          <a:prstGeom prst="roundRect">
            <a:avLst>
              <a:gd name="adj" fmla="val 1379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62725" y="4015680"/>
            <a:ext cx="4552950" cy="552450"/>
          </a:xfrm>
          <a:prstGeom prst="roundRect">
            <a:avLst>
              <a:gd name="adj" fmla="val 13793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685800"/>
            <a:ext cx="13335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04775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7F1D1D"/>
                </a:solidFill>
                <a:latin typeface="Plus Jakarta Sans"/>
              </a:rPr>
              <a:t>The Critical Bug &amp; Production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475" y="676275"/>
            <a:ext cx="144430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EF4444"/>
                </a:solidFill>
                <a:latin typeface="Plus Jakarta Sans"/>
              </a:rPr>
              <a:t>VIVA QUESTION HIGHLIGHT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042344"/>
            <a:ext cx="59757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The Bug (Global Data Leak)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375719"/>
            <a:ext cx="5691187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7F1D1D"/>
                </a:solidFill>
                <a:latin typeface="Plus Jakarta Sans"/>
              </a:rPr>
              <a:t>User A (4 logs) + User B (9 logs) = Both showing 13 logs total.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3886200"/>
            <a:ext cx="44196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B91C1C"/>
                </a:solidFill>
                <a:latin typeface="JetBrains Mono"/>
              </a:rPr>
              <a:t>Root Cause: isAdmin ? {} : filter and $exists:false leak in analytics.js / logs.js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042344"/>
            <a:ext cx="5629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The Fix &amp;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375719"/>
            <a:ext cx="46482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4532D"/>
                </a:solidFill>
                <a:latin typeface="Plus Jakarta Sans"/>
              </a:rPr>
              <a:t>Removed admin bypass, enforced strict query filter matching user ID always.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4129980"/>
            <a:ext cx="44196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5803D"/>
                </a:solidFill>
                <a:latin typeface="JetBrains Mono"/>
              </a:rPr>
              <a:t>Result: User A=4, User B=9. 100% Isolated &amp; Patched in Production.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609600"/>
            <a:ext cx="2754659" cy="28575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9525">
            <a:solidFill>
              <a:srgbClr val="FA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940546"/>
            <a:ext cx="3403550" cy="1672232"/>
          </a:xfrm>
          <a:prstGeom prst="roundRect">
            <a:avLst>
              <a:gd name="adj" fmla="val 91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2940546"/>
            <a:ext cx="3403550" cy="1672232"/>
          </a:xfrm>
          <a:prstGeom prst="roundRect">
            <a:avLst>
              <a:gd name="adj" fmla="val 91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2940546"/>
            <a:ext cx="3403550" cy="1672232"/>
          </a:xfrm>
          <a:prstGeom prst="roundRect">
            <a:avLst>
              <a:gd name="adj" fmla="val 91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70375" y="3473946"/>
            <a:ext cx="2851100" cy="785812"/>
          </a:xfrm>
          <a:prstGeom prst="roundRect">
            <a:avLst>
              <a:gd name="adj" fmla="val 969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685800"/>
            <a:ext cx="13335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009650"/>
            <a:ext cx="6137193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Critical Production Bug Fixed (User Isolation)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475" y="676275"/>
            <a:ext cx="277657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F4444"/>
                </a:solidFill>
                <a:latin typeface="Plus Jakarta Sans"/>
              </a:rPr>
              <a:t>SECURITY INCIDENT 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216771"/>
            <a:ext cx="3563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F4444"/>
                </a:solidFill>
                <a:latin typeface="Plus Jakarta Sans"/>
              </a:rPr>
              <a:t>BUG SYMPTOMS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0375" y="3216771"/>
            <a:ext cx="3563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ROOT 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4675" y="3588246"/>
            <a:ext cx="271775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JetBrains Mono"/>
              </a:rPr>
              <a:t>isAdmin ? {} : filter bypass in analytics.js / logs.js causing global log exposure.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525" y="3216771"/>
            <a:ext cx="3563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FIX &amp; 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525" y="3473946"/>
            <a:ext cx="2946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Enforced </a:t>
            </a:r>
            <a:r>
              <a:rPr sz="900" b="0" i="0" u="none">
                <a:solidFill>
                  <a:srgbClr val="475569"/>
                </a:solidFill>
                <a:latin typeface="Plus Jakarta Sans"/>
              </a:rPr>
              <a:t>{ $or: [{userId: req.user._id}, {user: req.user._id}] }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+ updated upload.js. Verified on Atlas: User A=4, User B=9.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475" y="3475851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9675" y="3473946"/>
            <a:ext cx="2774900" cy="436066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Dashboard showed 20 logs but Stream showed 4 ($exists:false leak)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475" y="3911917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9675" y="3910012"/>
            <a:ext cx="2774900" cy="426541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User A (4 logs) &amp; User B (9 logs) both saw 13 logs — </a:t>
            </a:r>
            <a:r>
              <a:rPr sz="1050" b="1" i="0" u="none">
                <a:solidFill>
                  <a:srgbClr val="EF4444"/>
                </a:solidFill>
                <a:latin typeface="Plus Jakarta Sans"/>
              </a:rPr>
              <a:t>CROSS-USER LEAK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176587"/>
            <a:ext cx="1783109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983259" y="3176587"/>
            <a:ext cx="1783109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204519" y="3176587"/>
            <a:ext cx="1783109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25779" y="3176587"/>
            <a:ext cx="1783109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47039" y="3176587"/>
            <a:ext cx="1783109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509" y="3567112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769" y="3567112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029" y="3567112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289" y="3567112"/>
            <a:ext cx="1333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B82F6"/>
                </a:solidFill>
                <a:latin typeface="Plus Jakarta Sans"/>
              </a:rPr>
              <a:t>DEMONSTRATION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End-to-End User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42" y="3414712"/>
            <a:ext cx="17288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B82F6"/>
                </a:solidFill>
                <a:latin typeface="Plus Jakarta Sa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42" y="3690937"/>
            <a:ext cx="172882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Register /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0402" y="3414712"/>
            <a:ext cx="17288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B82F6"/>
                </a:solidFill>
                <a:latin typeface="Plus Jakarta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0402" y="3690937"/>
            <a:ext cx="172882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Upload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1662" y="3414712"/>
            <a:ext cx="17288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B82F6"/>
                </a:solidFill>
                <a:latin typeface="Plus Jakarta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1662" y="3690937"/>
            <a:ext cx="172882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AI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921" y="3414712"/>
            <a:ext cx="17288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B82F6"/>
                </a:solidFill>
                <a:latin typeface="Plus Jakarta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921" y="3690937"/>
            <a:ext cx="172882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Alerts &amp; Bell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4181" y="3414712"/>
            <a:ext cx="17288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B82F6"/>
                </a:solidFill>
                <a:latin typeface="Plus Jakarta San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181" y="3690937"/>
            <a:ext cx="172882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Admin Panel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000375"/>
            <a:ext cx="3403550" cy="1362075"/>
          </a:xfrm>
          <a:prstGeom prst="roundRect">
            <a:avLst>
              <a:gd name="adj" fmla="val 111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3000375"/>
            <a:ext cx="3403550" cy="1362075"/>
          </a:xfrm>
          <a:prstGeom prst="roundRect">
            <a:avLst>
              <a:gd name="adj" fmla="val 111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3000375"/>
            <a:ext cx="3403550" cy="1362075"/>
          </a:xfrm>
          <a:prstGeom prst="roundRect">
            <a:avLst>
              <a:gd name="adj" fmla="val 111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55925" y="3314700"/>
            <a:ext cx="495300" cy="219075"/>
          </a:xfrm>
          <a:prstGeom prst="roundRect">
            <a:avLst>
              <a:gd name="adj" fmla="val 26086"/>
            </a:avLst>
          </a:prstGeom>
          <a:solidFill>
            <a:srgbClr val="E7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88075" y="3314700"/>
            <a:ext cx="495300" cy="219075"/>
          </a:xfrm>
          <a:prstGeom prst="roundRect">
            <a:avLst>
              <a:gd name="adj" fmla="val 26086"/>
            </a:avLst>
          </a:prstGeom>
          <a:solidFill>
            <a:srgbClr val="E7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20226" y="3314700"/>
            <a:ext cx="495300" cy="219075"/>
          </a:xfrm>
          <a:prstGeom prst="roundRect">
            <a:avLst>
              <a:gd name="adj" fmla="val 26086"/>
            </a:avLst>
          </a:prstGeom>
          <a:solidFill>
            <a:srgbClr val="E7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Performance &amp; Security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648075"/>
            <a:ext cx="287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Automatic 401 redirects and secure route protection.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8475" y="3648075"/>
            <a:ext cx="287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Rigorously tested and verified with dual email accounts.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0625" y="3648075"/>
            <a:ext cx="287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Render cold-start handling and 20MB file limit safeguards.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314700"/>
            <a:ext cx="193774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JWT &amp; Auth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1175" y="3352800"/>
            <a:ext cx="400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8475" y="3314700"/>
            <a:ext cx="172521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Tenant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3325" y="3352800"/>
            <a:ext cx="400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0625" y="3314700"/>
            <a:ext cx="153769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Cloud Scaling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15476" y="3352800"/>
            <a:ext cx="400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PASS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09862"/>
            <a:ext cx="2495550" cy="194310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86150" y="2709862"/>
            <a:ext cx="2495550" cy="194310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709862"/>
            <a:ext cx="2495550" cy="194310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34450" y="2709862"/>
            <a:ext cx="2495550" cy="194310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366F1"/>
                </a:solidFill>
                <a:latin typeface="Plus Jakarta Sans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Future Scope &amp;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024187"/>
            <a:ext cx="23336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366F1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424237"/>
            <a:ext cx="24503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Retention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719512"/>
            <a:ext cx="19621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Automated log archiving and TTL index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0475" y="3024187"/>
            <a:ext cx="23336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366F1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0475" y="3424237"/>
            <a:ext cx="24503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Webhook Integrations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0475" y="3719512"/>
            <a:ext cx="1962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Slack, PagerDuty, and custom webhook alerts.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024187"/>
            <a:ext cx="23336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366F1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424237"/>
            <a:ext cx="24503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Team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719512"/>
            <a:ext cx="19621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Shared incident workspaces and member roles.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8775" y="3024187"/>
            <a:ext cx="23336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366F1"/>
                </a:solidFill>
                <a:latin typeface="Plus Jakarta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424237"/>
            <a:ext cx="206025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ML Anomaly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3683860"/>
            <a:ext cx="1962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Unsupervised clustering for zero-day error patterns.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76500" y="3585120"/>
            <a:ext cx="7239000" cy="457200"/>
          </a:xfrm>
          <a:prstGeom prst="roundRect">
            <a:avLst>
              <a:gd name="adj" fmla="val 20833"/>
            </a:avLst>
          </a:prstGeom>
          <a:solidFill>
            <a:srgbClr val="10141D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476500" y="4156620"/>
            <a:ext cx="7239000" cy="457200"/>
          </a:xfrm>
          <a:prstGeom prst="roundRect">
            <a:avLst>
              <a:gd name="adj" fmla="val 20833"/>
            </a:avLst>
          </a:prstGeom>
          <a:solidFill>
            <a:srgbClr val="10141D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76500" y="4728120"/>
            <a:ext cx="7239000" cy="457200"/>
          </a:xfrm>
          <a:prstGeom prst="roundRect">
            <a:avLst>
              <a:gd name="adj" fmla="val 20833"/>
            </a:avLst>
          </a:prstGeom>
          <a:solidFill>
            <a:srgbClr val="10141D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672530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1843980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525" y="3756570"/>
            <a:ext cx="13335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525" y="4328070"/>
            <a:ext cx="13335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525" y="4899570"/>
            <a:ext cx="133350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449" y="2480220"/>
            <a:ext cx="2682952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4296" y="3099345"/>
            <a:ext cx="820340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Ready for LIVE Demo &amp; Q&amp;A session. Explore our live production endpoints below: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6525" y="3727995"/>
            <a:ext cx="1152525" cy="17145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Plus Jakarta Sans"/>
              </a:rPr>
              <a:t>Frontend: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5675" y="3732758"/>
            <a:ext cx="2762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https://logguardai.vercel.app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6525" y="4299495"/>
            <a:ext cx="1171575" cy="17145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Plus Jakarta Sans"/>
              </a:rPr>
              <a:t>MERN API: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6521" y="4304257"/>
            <a:ext cx="381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https://logguard-mern-api.vercel.app/api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6525" y="4870995"/>
            <a:ext cx="1076325" cy="17145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Plus Jakarta Sans"/>
              </a:rPr>
              <a:t>Java API: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1271" y="4881655"/>
            <a:ext cx="3905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https://logguard-backend.onrender.com/api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684</Words>
  <Application>Microsoft Office PowerPoint</Application>
  <PresentationFormat>Widescreen</PresentationFormat>
  <Paragraphs>135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JetBrains Mono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Suchitra Kamala Kodali</dc:creator>
  <cp:keywords/>
  <dc:description>generated using python-pptx</dc:description>
  <cp:lastModifiedBy>Suchitra Kamala Kodali</cp:lastModifiedBy>
  <cp:revision>2</cp:revision>
  <dcterms:created xsi:type="dcterms:W3CDTF">2013-01-27T09:14:16Z</dcterms:created>
  <dcterms:modified xsi:type="dcterms:W3CDTF">2026-09-15T14:08:58Z</dcterms:modified>
  <cp:category/>
</cp:coreProperties>
</file>